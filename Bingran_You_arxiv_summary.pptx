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Bingran You – arXiv Publications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Ion‑Trap Quantum Computing Research (2022‑2025)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Key Result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Test of Causal Non-Linear Quantum Mechanics by Ramsey Interferometry on the Vibrational Mode of a Trapped 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2022-06-26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causal non-linear quantum mechanics predictions in trapped-ion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 limit ε̃_γ &lt; 5.4×10⁻¹².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3D-Printed Micro Ion Trap Technology for Scalable Quantum Information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2023-10-01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Develop scalable 3D-printed micro ion traps overcoming photolithography limits.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Achieved high‑fidelity optical qubit control after Doppler cooling.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Temporally Multiplexed Ion‑Photon Quantum Interface via Fast Ion‑Chain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2024-05-17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Demonstrate temporal multiplexing to boost ion‑photon entanglement rates.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 g²(0) = 0.060, negligible crosstalk; motion excitation ̅n≈110.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Scalable Trapped Ion Addressing with Adjoint‑Optimized Multimode Photonic 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2025-05-13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Propose integrated nanophotonic circuits for precise multi‑ion addressing.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Simulated crosstalk −20 to −60 dB; 4.3×2.2 µm beams.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of Causal Non-Linear Quantum Mechanics by Ramsey Interferometry on the Vibrational Mode of a Trapped 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Date: 2022-06-26</a:t>
            </a:r>
          </a:p>
          <a:p>
            <a:pPr/>
            <a:r>
              <a:t>Research Objective: Test causal non-linear quantum mechanics predictions in trapped-ion system.</a:t>
            </a:r>
          </a:p>
          <a:p>
            <a:pPr/>
            <a:r>
              <a:t>Methods / Techniques: Single 40Ca+ ion, Ramsey interferometry on vibrational mode.</a:t>
            </a:r>
          </a:p>
          <a:p>
            <a:pPr/>
            <a:r>
              <a:t>Core Results: Set limit ε̃_γ &lt; 5.4×10⁻¹².</a:t>
            </a:r>
          </a:p>
          <a:p>
            <a:pPr/>
            <a:r>
              <a:t>Significance / Applications: Provides strict experimental bound on non-linear quantum theories.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3D-Printed Micro Ion Trap Technology for Scalable Quantum Information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Date: 2023-10-01</a:t>
            </a:r>
          </a:p>
          <a:p>
            <a:pPr/>
            <a:r>
              <a:t>Research Objective: Develop scalable 3D-printed micro ion traps overcoming photolithography limits.</a:t>
            </a:r>
          </a:p>
          <a:p>
            <a:pPr/>
            <a:r>
              <a:t>Methods / Techniques: Two‑photon polymerization 3D printing, trap single Ca+ ions (2–24 MHz).</a:t>
            </a:r>
          </a:p>
          <a:p>
            <a:pPr/>
            <a:r>
              <a:t>Core Results: Achieved high‑fidelity optical qubit control after Doppler cooling.</a:t>
            </a:r>
          </a:p>
          <a:p>
            <a:pPr/>
            <a:r>
              <a:t>Significance / Applications: Introduces additive manufacturing to ion‑trap hardware for better scalability.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Temporally Multiplexed Ion‑Photon Quantum Interface via Fast Ion‑Chain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Date: 2024-05-17</a:t>
            </a:r>
          </a:p>
          <a:p>
            <a:pPr/>
            <a:r>
              <a:t>Research Objective: Demonstrate temporal multiplexing to boost ion‑photon entanglement rates.</a:t>
            </a:r>
          </a:p>
          <a:p>
            <a:pPr/>
            <a:r>
              <a:t>Methods / Techniques: Transport 9‑ion chain 74 µm in 86 µs, emit photons at each stop.</a:t>
            </a:r>
          </a:p>
          <a:p>
            <a:pPr/>
            <a:r>
              <a:t>Core Results: Measured g²(0) = 0.060, negligible crosstalk; motion excitation ̅n≈110.</a:t>
            </a:r>
          </a:p>
          <a:p>
            <a:pPr/>
            <a:r>
              <a:t>Significance / Applications: Paves way for large‑scale trapped‑ion quantum networking.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Scalable Trapped Ion Addressing with Adjoint‑Optimized Multimode Photonic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Date: 2025-05-13</a:t>
            </a:r>
          </a:p>
          <a:p>
            <a:pPr/>
            <a:r>
              <a:t>Research Objective: Propose integrated nanophotonic circuits for precise multi‑ion addressing.</a:t>
            </a:r>
          </a:p>
          <a:p>
            <a:pPr/>
            <a:r>
              <a:t>Methods / Techniques: Adjoint‑optimized multimode waveguides &amp; focusing grating couplers.</a:t>
            </a:r>
          </a:p>
          <a:p>
            <a:pPr/>
            <a:r>
              <a:t>Core Results: Simulated crosstalk −20 to −60 dB; 4.3×2.2 µm beams.</a:t>
            </a:r>
          </a:p>
          <a:p>
            <a:pPr/>
            <a:r>
              <a:t>Significance / Applications: Provides path to large‑scale integrated ion processors.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